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YOLO Stability</c:v>
                </c:pt>
                <c:pt idx="1">
                  <c:v>Pose-ID Stability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0.35</c:v>
                </c:pt>
                <c:pt idx="1">
                  <c:v>0.9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YOLO Stability</c:v>
                </c:pt>
                <c:pt idx="1">
                  <c:v>Pose-ID Stability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0.35</c:v>
                </c:pt>
                <c:pt idx="1">
                  <c:v>0.9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YOLO Stability</c:v>
                </c:pt>
                <c:pt idx="1">
                  <c:v>Pose-ID Stability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0.35</c:v>
                </c:pt>
                <c:pt idx="1">
                  <c:v>0.9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YOLO Stability</c:v>
                </c:pt>
                <c:pt idx="1">
                  <c:v>Pose-ID Stability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0.35</c:v>
                </c:pt>
                <c:pt idx="1">
                  <c:v>0.9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YOLO Stability</c:v>
                </c:pt>
                <c:pt idx="1">
                  <c:v>Pose-ID Stability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0.35</c:v>
                </c:pt>
                <c:pt idx="1">
                  <c:v>0.9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YOLO Stability</c:v>
                </c:pt>
                <c:pt idx="1">
                  <c:v>Pose-ID Stability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0.35</c:v>
                </c:pt>
                <c:pt idx="1">
                  <c:v>0.9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YOLO Stability</c:v>
                </c:pt>
                <c:pt idx="1">
                  <c:v>Pose-ID Stability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0.35</c:v>
                </c:pt>
                <c:pt idx="1">
                  <c:v>0.9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YOLO Stability</c:v>
                </c:pt>
                <c:pt idx="1">
                  <c:v>Pose-ID Stability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0.35</c:v>
                </c:pt>
                <c:pt idx="1">
                  <c:v>0.9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YOLO Stability</c:v>
                </c:pt>
                <c:pt idx="1">
                  <c:v>Pose-ID Stability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0.35</c:v>
                </c:pt>
                <c:pt idx="1">
                  <c:v>0.9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YOLO Stability</c:v>
                </c:pt>
                <c:pt idx="1">
                  <c:v>Pose-ID Stability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0.35</c:v>
                </c:pt>
                <c:pt idx="1">
                  <c:v>0.9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성능 비교 심화 분석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YOLO vs Pose-ID Tracking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성능 비교 상세 분석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성능 비교 항목 1</a:t>
            </a:r>
          </a:p>
          <a:p>
            <a:pPr>
              <a:defRPr sz="1800"/>
            </a:pPr>
            <a:r>
              <a:t>YOLO ID 변동률 vs Pose ID 유지율</a:t>
            </a:r>
          </a:p>
          <a:p>
            <a:pPr>
              <a:defRPr sz="1800"/>
            </a:pPr>
            <a:r>
              <a:t>프레임별 안정성 수치</a:t>
            </a:r>
          </a:p>
          <a:p>
            <a:pPr>
              <a:defRPr sz="1800"/>
            </a:pPr>
            <a:r>
              <a:t>AOI 진입 시 Re-ID 지속 여부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97280"/>
            <a:ext cx="91440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📷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1097280"/>
            <a:ext cx="9144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</a:t>
            </a:r>
          </a:p>
        </p:txBody>
      </p:sp>
      <p:sp>
        <p:nvSpPr>
          <p:cNvPr id="6" name="Hexagon 5"/>
          <p:cNvSpPr/>
          <p:nvPr/>
        </p:nvSpPr>
        <p:spPr>
          <a:xfrm>
            <a:off x="2560320" y="1097280"/>
            <a:ext cx="914400" cy="914400"/>
          </a:xfrm>
          <a:prstGeom prst="hexag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TRK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828800"/>
          <a:ext cx="54864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914400" y="1828800"/>
            <a:ext cx="5486400" cy="2743200"/>
          </a:xfrm>
          <a:prstGeom prst="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[영상 캡처 자동 삽입 자리]</a:t>
            </a:r>
          </a:p>
          <a:p>
            <a:r>
              <a:t>성능 테스트 영상 예시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성능 비교 상세 분석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성능 비교 항목 2</a:t>
            </a:r>
          </a:p>
          <a:p>
            <a:pPr>
              <a:defRPr sz="1800"/>
            </a:pPr>
            <a:r>
              <a:t>YOLO ID 변동률 vs Pose ID 유지율</a:t>
            </a:r>
          </a:p>
          <a:p>
            <a:pPr>
              <a:defRPr sz="1800"/>
            </a:pPr>
            <a:r>
              <a:t>프레임별 안정성 수치</a:t>
            </a:r>
          </a:p>
          <a:p>
            <a:pPr>
              <a:defRPr sz="1800"/>
            </a:pPr>
            <a:r>
              <a:t>AOI 진입 시 Re-ID 지속 여부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97280"/>
            <a:ext cx="91440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📷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1097280"/>
            <a:ext cx="9144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</a:t>
            </a:r>
          </a:p>
        </p:txBody>
      </p:sp>
      <p:sp>
        <p:nvSpPr>
          <p:cNvPr id="6" name="Hexagon 5"/>
          <p:cNvSpPr/>
          <p:nvPr/>
        </p:nvSpPr>
        <p:spPr>
          <a:xfrm>
            <a:off x="2560320" y="1097280"/>
            <a:ext cx="914400" cy="914400"/>
          </a:xfrm>
          <a:prstGeom prst="hexag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TRK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828800"/>
          <a:ext cx="54864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914400" y="1828800"/>
            <a:ext cx="5486400" cy="2743200"/>
          </a:xfrm>
          <a:prstGeom prst="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[영상 캡처 자동 삽입 자리]</a:t>
            </a:r>
          </a:p>
          <a:p>
            <a:r>
              <a:t>성능 테스트 영상 예시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성능 비교 상세 분석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성능 비교 항목 3</a:t>
            </a:r>
          </a:p>
          <a:p>
            <a:pPr>
              <a:defRPr sz="1800"/>
            </a:pPr>
            <a:r>
              <a:t>YOLO ID 변동률 vs Pose ID 유지율</a:t>
            </a:r>
          </a:p>
          <a:p>
            <a:pPr>
              <a:defRPr sz="1800"/>
            </a:pPr>
            <a:r>
              <a:t>프레임별 안정성 수치</a:t>
            </a:r>
          </a:p>
          <a:p>
            <a:pPr>
              <a:defRPr sz="1800"/>
            </a:pPr>
            <a:r>
              <a:t>AOI 진입 시 Re-ID 지속 여부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97280"/>
            <a:ext cx="91440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📷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1097280"/>
            <a:ext cx="9144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</a:t>
            </a:r>
          </a:p>
        </p:txBody>
      </p:sp>
      <p:sp>
        <p:nvSpPr>
          <p:cNvPr id="6" name="Hexagon 5"/>
          <p:cNvSpPr/>
          <p:nvPr/>
        </p:nvSpPr>
        <p:spPr>
          <a:xfrm>
            <a:off x="2560320" y="1097280"/>
            <a:ext cx="914400" cy="914400"/>
          </a:xfrm>
          <a:prstGeom prst="hexag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TRK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828800"/>
          <a:ext cx="54864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914400" y="1828800"/>
            <a:ext cx="5486400" cy="2743200"/>
          </a:xfrm>
          <a:prstGeom prst="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[영상 캡처 자동 삽입 자리]</a:t>
            </a:r>
          </a:p>
          <a:p>
            <a:r>
              <a:t>성능 테스트 영상 예시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성능 비교 상세 분석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성능 비교 항목 4</a:t>
            </a:r>
          </a:p>
          <a:p>
            <a:pPr>
              <a:defRPr sz="1800"/>
            </a:pPr>
            <a:r>
              <a:t>YOLO ID 변동률 vs Pose ID 유지율</a:t>
            </a:r>
          </a:p>
          <a:p>
            <a:pPr>
              <a:defRPr sz="1800"/>
            </a:pPr>
            <a:r>
              <a:t>프레임별 안정성 수치</a:t>
            </a:r>
          </a:p>
          <a:p>
            <a:pPr>
              <a:defRPr sz="1800"/>
            </a:pPr>
            <a:r>
              <a:t>AOI 진입 시 Re-ID 지속 여부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97280"/>
            <a:ext cx="91440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📷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1097280"/>
            <a:ext cx="9144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</a:t>
            </a:r>
          </a:p>
        </p:txBody>
      </p:sp>
      <p:sp>
        <p:nvSpPr>
          <p:cNvPr id="6" name="Hexagon 5"/>
          <p:cNvSpPr/>
          <p:nvPr/>
        </p:nvSpPr>
        <p:spPr>
          <a:xfrm>
            <a:off x="2560320" y="1097280"/>
            <a:ext cx="914400" cy="914400"/>
          </a:xfrm>
          <a:prstGeom prst="hexag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TRK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828800"/>
          <a:ext cx="54864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914400" y="1828800"/>
            <a:ext cx="5486400" cy="2743200"/>
          </a:xfrm>
          <a:prstGeom prst="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[영상 캡처 자동 삽입 자리]</a:t>
            </a:r>
          </a:p>
          <a:p>
            <a:r>
              <a:t>성능 테스트 영상 예시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성능 비교 상세 분석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성능 비교 항목 5</a:t>
            </a:r>
          </a:p>
          <a:p>
            <a:pPr>
              <a:defRPr sz="1800"/>
            </a:pPr>
            <a:r>
              <a:t>YOLO ID 변동률 vs Pose ID 유지율</a:t>
            </a:r>
          </a:p>
          <a:p>
            <a:pPr>
              <a:defRPr sz="1800"/>
            </a:pPr>
            <a:r>
              <a:t>프레임별 안정성 수치</a:t>
            </a:r>
          </a:p>
          <a:p>
            <a:pPr>
              <a:defRPr sz="1800"/>
            </a:pPr>
            <a:r>
              <a:t>AOI 진입 시 Re-ID 지속 여부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97280"/>
            <a:ext cx="91440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📷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1097280"/>
            <a:ext cx="9144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</a:t>
            </a:r>
          </a:p>
        </p:txBody>
      </p:sp>
      <p:sp>
        <p:nvSpPr>
          <p:cNvPr id="6" name="Hexagon 5"/>
          <p:cNvSpPr/>
          <p:nvPr/>
        </p:nvSpPr>
        <p:spPr>
          <a:xfrm>
            <a:off x="2560320" y="1097280"/>
            <a:ext cx="914400" cy="914400"/>
          </a:xfrm>
          <a:prstGeom prst="hexag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TRK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828800"/>
          <a:ext cx="54864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914400" y="1828800"/>
            <a:ext cx="5486400" cy="2743200"/>
          </a:xfrm>
          <a:prstGeom prst="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[영상 캡처 자동 삽입 자리]</a:t>
            </a:r>
          </a:p>
          <a:p>
            <a:r>
              <a:t>성능 테스트 영상 예시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성능 비교 상세 분석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성능 비교 항목 6</a:t>
            </a:r>
          </a:p>
          <a:p>
            <a:pPr>
              <a:defRPr sz="1800"/>
            </a:pPr>
            <a:r>
              <a:t>YOLO ID 변동률 vs Pose ID 유지율</a:t>
            </a:r>
          </a:p>
          <a:p>
            <a:pPr>
              <a:defRPr sz="1800"/>
            </a:pPr>
            <a:r>
              <a:t>프레임별 안정성 수치</a:t>
            </a:r>
          </a:p>
          <a:p>
            <a:pPr>
              <a:defRPr sz="1800"/>
            </a:pPr>
            <a:r>
              <a:t>AOI 진입 시 Re-ID 지속 여부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97280"/>
            <a:ext cx="91440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📷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1097280"/>
            <a:ext cx="9144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</a:t>
            </a:r>
          </a:p>
        </p:txBody>
      </p:sp>
      <p:sp>
        <p:nvSpPr>
          <p:cNvPr id="6" name="Hexagon 5"/>
          <p:cNvSpPr/>
          <p:nvPr/>
        </p:nvSpPr>
        <p:spPr>
          <a:xfrm>
            <a:off x="2560320" y="1097280"/>
            <a:ext cx="914400" cy="914400"/>
          </a:xfrm>
          <a:prstGeom prst="hexag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TRK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828800"/>
          <a:ext cx="54864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914400" y="1828800"/>
            <a:ext cx="5486400" cy="2743200"/>
          </a:xfrm>
          <a:prstGeom prst="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[영상 캡처 자동 삽입 자리]</a:t>
            </a:r>
          </a:p>
          <a:p>
            <a:r>
              <a:t>성능 테스트 영상 예시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성능 비교 상세 분석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성능 비교 항목 7</a:t>
            </a:r>
          </a:p>
          <a:p>
            <a:pPr>
              <a:defRPr sz="1800"/>
            </a:pPr>
            <a:r>
              <a:t>YOLO ID 변동률 vs Pose ID 유지율</a:t>
            </a:r>
          </a:p>
          <a:p>
            <a:pPr>
              <a:defRPr sz="1800"/>
            </a:pPr>
            <a:r>
              <a:t>프레임별 안정성 수치</a:t>
            </a:r>
          </a:p>
          <a:p>
            <a:pPr>
              <a:defRPr sz="1800"/>
            </a:pPr>
            <a:r>
              <a:t>AOI 진입 시 Re-ID 지속 여부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97280"/>
            <a:ext cx="91440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📷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1097280"/>
            <a:ext cx="9144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</a:t>
            </a:r>
          </a:p>
        </p:txBody>
      </p:sp>
      <p:sp>
        <p:nvSpPr>
          <p:cNvPr id="6" name="Hexagon 5"/>
          <p:cNvSpPr/>
          <p:nvPr/>
        </p:nvSpPr>
        <p:spPr>
          <a:xfrm>
            <a:off x="2560320" y="1097280"/>
            <a:ext cx="914400" cy="914400"/>
          </a:xfrm>
          <a:prstGeom prst="hexag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TRK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828800"/>
          <a:ext cx="54864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914400" y="1828800"/>
            <a:ext cx="5486400" cy="2743200"/>
          </a:xfrm>
          <a:prstGeom prst="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[영상 캡처 자동 삽입 자리]</a:t>
            </a:r>
          </a:p>
          <a:p>
            <a:r>
              <a:t>성능 테스트 영상 예시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성능 비교 상세 분석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성능 비교 항목 8</a:t>
            </a:r>
          </a:p>
          <a:p>
            <a:pPr>
              <a:defRPr sz="1800"/>
            </a:pPr>
            <a:r>
              <a:t>YOLO ID 변동률 vs Pose ID 유지율</a:t>
            </a:r>
          </a:p>
          <a:p>
            <a:pPr>
              <a:defRPr sz="1800"/>
            </a:pPr>
            <a:r>
              <a:t>프레임별 안정성 수치</a:t>
            </a:r>
          </a:p>
          <a:p>
            <a:pPr>
              <a:defRPr sz="1800"/>
            </a:pPr>
            <a:r>
              <a:t>AOI 진입 시 Re-ID 지속 여부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97280"/>
            <a:ext cx="91440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📷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1097280"/>
            <a:ext cx="9144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</a:t>
            </a:r>
          </a:p>
        </p:txBody>
      </p:sp>
      <p:sp>
        <p:nvSpPr>
          <p:cNvPr id="6" name="Hexagon 5"/>
          <p:cNvSpPr/>
          <p:nvPr/>
        </p:nvSpPr>
        <p:spPr>
          <a:xfrm>
            <a:off x="2560320" y="1097280"/>
            <a:ext cx="914400" cy="914400"/>
          </a:xfrm>
          <a:prstGeom prst="hexag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TRK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828800"/>
          <a:ext cx="54864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914400" y="1828800"/>
            <a:ext cx="5486400" cy="2743200"/>
          </a:xfrm>
          <a:prstGeom prst="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[영상 캡처 자동 삽입 자리]</a:t>
            </a:r>
          </a:p>
          <a:p>
            <a:r>
              <a:t>성능 테스트 영상 예시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성능 비교 상세 분석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성능 비교 항목 9</a:t>
            </a:r>
          </a:p>
          <a:p>
            <a:pPr>
              <a:defRPr sz="1800"/>
            </a:pPr>
            <a:r>
              <a:t>YOLO ID 변동률 vs Pose ID 유지율</a:t>
            </a:r>
          </a:p>
          <a:p>
            <a:pPr>
              <a:defRPr sz="1800"/>
            </a:pPr>
            <a:r>
              <a:t>프레임별 안정성 수치</a:t>
            </a:r>
          </a:p>
          <a:p>
            <a:pPr>
              <a:defRPr sz="1800"/>
            </a:pPr>
            <a:r>
              <a:t>AOI 진입 시 Re-ID 지속 여부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97280"/>
            <a:ext cx="91440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📷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1097280"/>
            <a:ext cx="9144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</a:t>
            </a:r>
          </a:p>
        </p:txBody>
      </p:sp>
      <p:sp>
        <p:nvSpPr>
          <p:cNvPr id="6" name="Hexagon 5"/>
          <p:cNvSpPr/>
          <p:nvPr/>
        </p:nvSpPr>
        <p:spPr>
          <a:xfrm>
            <a:off x="2560320" y="1097280"/>
            <a:ext cx="914400" cy="914400"/>
          </a:xfrm>
          <a:prstGeom prst="hexag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TRK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828800"/>
          <a:ext cx="54864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914400" y="1828800"/>
            <a:ext cx="5486400" cy="2743200"/>
          </a:xfrm>
          <a:prstGeom prst="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[영상 캡처 자동 삽입 자리]</a:t>
            </a:r>
          </a:p>
          <a:p>
            <a:r>
              <a:t>성능 테스트 영상 예시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성능 비교 상세 분석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성능 비교 항목 10</a:t>
            </a:r>
          </a:p>
          <a:p>
            <a:pPr>
              <a:defRPr sz="1800"/>
            </a:pPr>
            <a:r>
              <a:t>YOLO ID 변동률 vs Pose ID 유지율</a:t>
            </a:r>
          </a:p>
          <a:p>
            <a:pPr>
              <a:defRPr sz="1800"/>
            </a:pPr>
            <a:r>
              <a:t>프레임별 안정성 수치</a:t>
            </a:r>
          </a:p>
          <a:p>
            <a:pPr>
              <a:defRPr sz="1800"/>
            </a:pPr>
            <a:r>
              <a:t>AOI 진입 시 Re-ID 지속 여부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97280"/>
            <a:ext cx="91440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📷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1097280"/>
            <a:ext cx="9144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</a:t>
            </a:r>
          </a:p>
        </p:txBody>
      </p:sp>
      <p:sp>
        <p:nvSpPr>
          <p:cNvPr id="6" name="Hexagon 5"/>
          <p:cNvSpPr/>
          <p:nvPr/>
        </p:nvSpPr>
        <p:spPr>
          <a:xfrm>
            <a:off x="2560320" y="1097280"/>
            <a:ext cx="914400" cy="914400"/>
          </a:xfrm>
          <a:prstGeom prst="hexag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TRK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828800"/>
          <a:ext cx="54864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914400" y="1828800"/>
            <a:ext cx="5486400" cy="2743200"/>
          </a:xfrm>
          <a:prstGeom prst="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[영상 캡처 자동 삽입 자리]</a:t>
            </a:r>
          </a:p>
          <a:p>
            <a:r>
              <a:t>성능 테스트 영상 예시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